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Poppins Light" panose="020B0502040204020203" pitchFamily="2" charset="0"/>
      <p:regular r:id="rId15"/>
    </p:embeddedFont>
    <p:embeddedFont>
      <p:font typeface="Roboto Light" panose="020F0502020204030204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61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52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boost-cli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24181"/>
            <a:ext cx="75564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project health toolkit for Node.js developers. Install globally, run as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boost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and get a full audit of your project in seconds.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912757"/>
            <a:ext cx="99071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2F2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7498" y="4988362"/>
            <a:ext cx="70330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NPM CLI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97856" y="4912757"/>
            <a:ext cx="149566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2F2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41565" y="4988362"/>
            <a:ext cx="12082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NODE.JS &gt;= 18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506867" y="4912757"/>
            <a:ext cx="65496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2F2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0575" y="4988362"/>
            <a:ext cx="3675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54606"/>
            <a:ext cx="5825252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Does boost Do?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766888"/>
            <a:ext cx="130923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One command. Five dimensions of project health — scanned, scored, and surfaced right in your terminal.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9025" y="2352437"/>
            <a:ext cx="4222194" cy="2504837"/>
          </a:xfrm>
          <a:prstGeom prst="roundRect">
            <a:avLst>
              <a:gd name="adj" fmla="val 368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315" y="2579727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F2F2F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7528" y="2760940"/>
            <a:ext cx="296585" cy="2965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315" y="345162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Scan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96315" y="3922514"/>
            <a:ext cx="3767614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Unused files, large assets, duplicate code, stray </a:t>
            </a:r>
            <a:r>
              <a:rPr lang="en-US" sz="17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</a:t>
            </a: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03984" y="2352437"/>
            <a:ext cx="4222313" cy="2504837"/>
          </a:xfrm>
          <a:prstGeom prst="roundRect">
            <a:avLst>
              <a:gd name="adj" fmla="val 368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31274" y="2579727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F2F2F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2487" y="2760940"/>
            <a:ext cx="296585" cy="2965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1274" y="345162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Clean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5431274" y="3922514"/>
            <a:ext cx="37677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Removes temp files and empty folders automatically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9639062" y="2352437"/>
            <a:ext cx="4222313" cy="2504837"/>
          </a:xfrm>
          <a:prstGeom prst="roundRect">
            <a:avLst>
              <a:gd name="adj" fmla="val 368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66352" y="2579727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F2F2F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7565" y="2760940"/>
            <a:ext cx="296585" cy="2965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352" y="345162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Deps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9866352" y="3922514"/>
            <a:ext cx="37677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Spots unused, heavy packages and suggests lighter alternatives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69025" y="5070038"/>
            <a:ext cx="6439733" cy="2504837"/>
          </a:xfrm>
          <a:prstGeom prst="roundRect">
            <a:avLst>
              <a:gd name="adj" fmla="val 368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6315" y="5297329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F2F2F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528" y="5478542"/>
            <a:ext cx="296585" cy="2965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6315" y="616922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Score</a:t>
            </a:r>
            <a:endParaRPr lang="en-US" sz="2150" dirty="0"/>
          </a:p>
        </p:txBody>
      </p:sp>
      <p:sp>
        <p:nvSpPr>
          <p:cNvPr id="23" name="Text 17"/>
          <p:cNvSpPr/>
          <p:nvPr/>
        </p:nvSpPr>
        <p:spPr>
          <a:xfrm>
            <a:off x="996315" y="6640116"/>
            <a:ext cx="598515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Aggregates all checks into a health score out of 100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7421523" y="5070038"/>
            <a:ext cx="6439853" cy="2504837"/>
          </a:xfrm>
          <a:prstGeom prst="roundRect">
            <a:avLst>
              <a:gd name="adj" fmla="val 368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48813" y="5297329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F2F2F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0026" y="5478542"/>
            <a:ext cx="296585" cy="29658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48813" y="616922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</a:t>
            </a:r>
            <a:endParaRPr lang="en-US" sz="2150" dirty="0"/>
          </a:p>
        </p:txBody>
      </p:sp>
      <p:sp>
        <p:nvSpPr>
          <p:cNvPr id="28" name="Text 21"/>
          <p:cNvSpPr/>
          <p:nvPr/>
        </p:nvSpPr>
        <p:spPr>
          <a:xfrm>
            <a:off x="7648813" y="6640116"/>
            <a:ext cx="5985272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Detects committed </a:t>
            </a:r>
            <a:r>
              <a:rPr lang="en-US" sz="17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files, hardcoded API keys, and audit issues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7705"/>
            <a:ext cx="68219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Commands at a Glance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50112"/>
            <a:ext cx="6407944" cy="1746052"/>
          </a:xfrm>
          <a:prstGeom prst="roundRect">
            <a:avLst>
              <a:gd name="adj" fmla="val 8379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1850112"/>
            <a:ext cx="121920" cy="174605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107406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60544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Runs everything — scan + deps + score + security in one pass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1850112"/>
            <a:ext cx="6408063" cy="1746052"/>
          </a:xfrm>
          <a:prstGeom prst="roundRect">
            <a:avLst>
              <a:gd name="adj" fmla="val 8379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1850112"/>
            <a:ext cx="121920" cy="174605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107406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boost scan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605445"/>
            <a:ext cx="580203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Unused files, large files, duplicate code, unused assets, stray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3822978"/>
            <a:ext cx="6407944" cy="1738432"/>
          </a:xfrm>
          <a:prstGeom prst="roundRect">
            <a:avLst>
              <a:gd name="adj" fmla="val 8416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3822978"/>
            <a:ext cx="121920" cy="173843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08027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boost clean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457831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Deletes temp files, cache artifacts, and empty directories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3822978"/>
            <a:ext cx="6408063" cy="1738432"/>
          </a:xfrm>
          <a:prstGeom prst="roundRect">
            <a:avLst>
              <a:gd name="adj" fmla="val 8416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3822978"/>
            <a:ext cx="121920" cy="173843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08027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boost deps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457831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Flags unused packages, heavy dependencies, and recommends lighter swaps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788223"/>
            <a:ext cx="6407944" cy="1753672"/>
          </a:xfrm>
          <a:prstGeom prst="roundRect">
            <a:avLst>
              <a:gd name="adj" fmla="val 8343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310" y="5788223"/>
            <a:ext cx="121920" cy="175367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21" name="Text 19"/>
          <p:cNvSpPr/>
          <p:nvPr/>
        </p:nvSpPr>
        <p:spPr>
          <a:xfrm>
            <a:off x="1142524" y="604551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boost score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2524" y="654355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Displays a health score out of 100 with checkmarks and warnings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788223"/>
            <a:ext cx="6408063" cy="1753672"/>
          </a:xfrm>
          <a:prstGeom prst="roundRect">
            <a:avLst>
              <a:gd name="adj" fmla="val 8343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8067" y="5788223"/>
            <a:ext cx="121920" cy="175367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7282" y="604551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boost security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77282" y="6543556"/>
            <a:ext cx="5802035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Checks for committed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hardcoded API keys, and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audit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vulnerabilities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47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464231"/>
            <a:ext cx="36535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Runtime &amp; Module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158722"/>
            <a:ext cx="130428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Node.js &gt;= 18, ESM-only (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import/export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),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"module"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8694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Libraries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3790" y="3563898"/>
            <a:ext cx="13042821" cy="4000976"/>
          </a:xfrm>
          <a:prstGeom prst="roundRect">
            <a:avLst>
              <a:gd name="adj" fmla="val 238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224" y="3715226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CLI parsing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2014" y="3715226"/>
            <a:ext cx="6060162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commander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224" y="4380786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Terminal UI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2014" y="4380786"/>
            <a:ext cx="6060162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chalk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ora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224" y="5046345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File traversal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2014" y="5046345"/>
            <a:ext cx="6060162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glob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fs-extra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ignore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28224" y="5711904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Duplicates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2014" y="5711904"/>
            <a:ext cx="6060162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jscpd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8224" y="6377464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 analysis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2014" y="6377464"/>
            <a:ext cx="6060162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depcheck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28224" y="7043023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Testing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2014" y="7043023"/>
            <a:ext cx="6060162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vitest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477560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Folder Structure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23737" y="1369219"/>
            <a:ext cx="5779532" cy="6233636"/>
          </a:xfrm>
          <a:prstGeom prst="roundRect">
            <a:avLst>
              <a:gd name="adj" fmla="val 1262"/>
            </a:avLst>
          </a:prstGeom>
          <a:solidFill>
            <a:srgbClr val="121212"/>
          </a:solidFill>
          <a:ln/>
        </p:spPr>
      </p:sp>
      <p:sp>
        <p:nvSpPr>
          <p:cNvPr id="4" name="Shape 2"/>
          <p:cNvSpPr/>
          <p:nvPr/>
        </p:nvSpPr>
        <p:spPr>
          <a:xfrm>
            <a:off x="1315164" y="1369219"/>
            <a:ext cx="5796677" cy="6233636"/>
          </a:xfrm>
          <a:prstGeom prst="roundRect">
            <a:avLst>
              <a:gd name="adj" fmla="val 449"/>
            </a:avLst>
          </a:prstGeom>
          <a:solidFill>
            <a:srgbClr val="121212"/>
          </a:solidFill>
          <a:ln/>
        </p:spPr>
      </p:sp>
      <p:sp>
        <p:nvSpPr>
          <p:cNvPr id="5" name="Text 3"/>
          <p:cNvSpPr/>
          <p:nvPr/>
        </p:nvSpPr>
        <p:spPr>
          <a:xfrm>
            <a:off x="1532215" y="1542812"/>
            <a:ext cx="5362575" cy="588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boost-cli/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bin/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└── boost.js        # Entry point + commander setup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src/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index.js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commands/       # Orchestrators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│   ├── scan.js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│   ├── clean.js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│   ├── deps.js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│   ├── score.js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│   └── security.js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scanners/       # Individual scan checks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cleaners/       # File system operations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deps/           # Dependency analysis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security/       # Security checks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scorer/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│   └── healthScore.js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└── utils/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fileWalker.js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config.js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logger.js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└── spinner.js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boost.config.js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└── package.json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534513" y="1369219"/>
            <a:ext cx="5779532" cy="873204"/>
          </a:xfrm>
          <a:prstGeom prst="roundRect">
            <a:avLst>
              <a:gd name="adj" fmla="val 8353"/>
            </a:avLst>
          </a:prstGeom>
          <a:solidFill>
            <a:srgbClr val="02234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106" y="1609487"/>
            <a:ext cx="217051" cy="173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8750" y="1545431"/>
            <a:ext cx="504170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layer has one job. </a:t>
            </a:r>
            <a:r>
              <a:rPr lang="en-US" sz="13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Commands orchestrate</a:t>
            </a:r>
            <a:r>
              <a:rPr lang="en-US" sz="13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workers execute, utils are shared. No file does more than one thing.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534513" y="2391966"/>
            <a:ext cx="2253139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Layer Responsibilities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34513" y="2812733"/>
            <a:ext cx="390644" cy="390644"/>
          </a:xfrm>
          <a:prstGeom prst="roundRect">
            <a:avLst>
              <a:gd name="adj" fmla="val 1867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99581" y="2845237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8058031" y="2872383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bin/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058031" y="3276481"/>
            <a:ext cx="52560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CLI entry — registers commands, runs all if none specified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534513" y="3787616"/>
            <a:ext cx="390644" cy="390644"/>
          </a:xfrm>
          <a:prstGeom prst="roundRect">
            <a:avLst>
              <a:gd name="adj" fmla="val 1867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99581" y="3820120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8058031" y="384726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commands/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58031" y="4251365"/>
            <a:ext cx="52560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Thin orchestrators — import workers, collect results, display output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534513" y="4762500"/>
            <a:ext cx="390644" cy="390644"/>
          </a:xfrm>
          <a:prstGeom prst="roundRect">
            <a:avLst>
              <a:gd name="adj" fmla="val 18672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99581" y="4795004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8058031" y="4822150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utils/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058031" y="5226248"/>
            <a:ext cx="52560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Shared across all modules — traversal, config, logging, spinners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5589"/>
            <a:ext cx="70764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Result Object Convention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679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worker module returns the same shape — predictable, composable, easy to aggregate into the health score.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65967" y="3168015"/>
            <a:ext cx="570035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599521" y="2941201"/>
            <a:ext cx="6244709" cy="963811"/>
          </a:xfrm>
          <a:prstGeom prst="roundRect">
            <a:avLst>
              <a:gd name="adj" fmla="val 9884"/>
            </a:avLst>
          </a:prstGeom>
          <a:solidFill>
            <a:srgbClr val="183A1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3285292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36637" y="3224689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status: 'ok'</a:t>
            </a: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no issues found, check passed cleanly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599521" y="4160163"/>
            <a:ext cx="6244709" cy="1326713"/>
          </a:xfrm>
          <a:prstGeom prst="roundRect">
            <a:avLst>
              <a:gd name="adj" fmla="val 7181"/>
            </a:avLst>
          </a:prstGeom>
          <a:solidFill>
            <a:srgbClr val="4B3F0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335" y="4504253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6637" y="4443651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status: 'warn'</a:t>
            </a: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issues exist but non-critical, worth reviewing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599521" y="5742027"/>
            <a:ext cx="6244709" cy="1326713"/>
          </a:xfrm>
          <a:prstGeom prst="roundRect">
            <a:avLst>
              <a:gd name="adj" fmla="val 7181"/>
            </a:avLst>
          </a:prstGeom>
          <a:solidFill>
            <a:srgbClr val="450707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6335" y="6086118"/>
            <a:ext cx="283488" cy="2268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36637" y="6025515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status: 'error'</a:t>
            </a: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critical issue, impacts health score significantly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85CD17-3168-A6EF-2705-C59CC11D2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090" y="2969878"/>
            <a:ext cx="5719522" cy="40141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62689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boost.config.js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553766"/>
            <a:ext cx="13216414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Drop a </a:t>
            </a: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boost.config.js</a:t>
            </a: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 your project root to override any default. Config is loaded by </a:t>
            </a: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utils/config.js</a:t>
            </a: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consumed by all commands — nothing is hardcoded.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6993" y="2374821"/>
            <a:ext cx="13216414" cy="5292090"/>
          </a:xfrm>
          <a:prstGeom prst="roundRect">
            <a:avLst>
              <a:gd name="adj" fmla="val 1603"/>
            </a:avLst>
          </a:prstGeom>
          <a:solidFill>
            <a:srgbClr val="121212"/>
          </a:solidFill>
          <a:ln/>
        </p:spPr>
      </p:sp>
      <p:sp>
        <p:nvSpPr>
          <p:cNvPr id="5" name="Shape 3"/>
          <p:cNvSpPr/>
          <p:nvPr/>
        </p:nvSpPr>
        <p:spPr>
          <a:xfrm>
            <a:off x="696992" y="2374821"/>
            <a:ext cx="13236416" cy="5292090"/>
          </a:xfrm>
          <a:prstGeom prst="roundRect">
            <a:avLst>
              <a:gd name="adj" fmla="val 573"/>
            </a:avLst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949404" y="2576751"/>
            <a:ext cx="12731591" cy="488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export default {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scan: {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largeFileThreshold: '500kb',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ignore: ['dist/', 'node_modules/', '.git/', 'coverage/'],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extensions: ['.js', '.ts', '.jsx', '.tsx', '.vue'],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},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clean: {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tempPatterns: ['**/*.tmp', '**/*.cache', '**/.DS_Store', '**/Thumbs.db'],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},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deps: {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checkBundleSize: true,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},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security: {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scanPatterns: ['**/*.js', '**/*.ts', '**/*.jsx', '**/*.tsx', '**/*.env*'],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},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39842"/>
            <a:ext cx="6123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Implementation Rules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1695807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0906" y="1688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Always ESM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30906" y="2179201"/>
            <a:ext cx="6819305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import/export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everywhere. Never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require()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010376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3003352"/>
            <a:ext cx="56898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Building a command? Follow the pattern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530906" y="3493770"/>
            <a:ext cx="6819305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Create the workers in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scanners/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(or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cleaners/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etc.), then wire the orchestrator in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commands/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Use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logger.js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spinner.js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and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695468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0906" y="4688443"/>
            <a:ext cx="4823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hardcoded paths or thresholds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530906" y="5178862"/>
            <a:ext cx="6819305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 values come from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Every worker gracefully handles errors with </a:t>
            </a:r>
            <a:r>
              <a:rPr lang="en-US" sz="1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try/catch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6380559"/>
            <a:ext cx="340162" cy="340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30906" y="6373535"/>
            <a:ext cx="3506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One responsibility per file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530906" y="686395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Workers return results. Commands display them. Utils are shared. Keep it that way.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778</Words>
  <Application>Microsoft Office PowerPoint</Application>
  <PresentationFormat>Custom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Consolas</vt:lpstr>
      <vt:lpstr>Consolas Light</vt:lpstr>
      <vt:lpstr>Poppins Light</vt:lpstr>
      <vt:lpstr>Arial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Aastha Gupta</dc:creator>
  <cp:lastModifiedBy>Aastha Gupta</cp:lastModifiedBy>
  <cp:revision>2</cp:revision>
  <dcterms:created xsi:type="dcterms:W3CDTF">2026-04-30T15:38:15Z</dcterms:created>
  <dcterms:modified xsi:type="dcterms:W3CDTF">2026-04-30T16:01:58Z</dcterms:modified>
</cp:coreProperties>
</file>